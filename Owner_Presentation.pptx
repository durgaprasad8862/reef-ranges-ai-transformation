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2D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00584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68E7CE"/>
                </a:solidFill>
              </a:defRPr>
            </a:pPr>
            <a:r>
              <a:t>Reef &amp; Ranges Tours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743200"/>
            <a:ext cx="1060704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FFFFFF"/>
                </a:solidFill>
              </a:defRPr>
            </a:pPr>
            <a:r>
              <a:t>From missed enquiries to reliable bookings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2D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00584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68E7CE"/>
                </a:solidFill>
              </a:defRPr>
            </a:pPr>
            <a:r>
              <a:t>The business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743200"/>
            <a:ext cx="1060704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FFFFFF"/>
                </a:solidFill>
              </a:defRPr>
            </a:pPr>
            <a:r>
              <a:t>Slow responses • double bookings • manual admin • inconsistent customer answers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2D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00584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68E7CE"/>
                </a:solidFill>
              </a:defRPr>
            </a:pPr>
            <a:r>
              <a:t>Where value sits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743200"/>
            <a:ext cx="1060704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FFFFFF"/>
                </a:solidFill>
              </a:defRPr>
            </a:pPr>
            <a:r>
              <a:t>One enquiry queue → safer bookings → faster staff follow-up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2D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00584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68E7CE"/>
                </a:solidFill>
              </a:defRPr>
            </a:pPr>
            <a:r>
              <a:t>Priority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743200"/>
            <a:ext cx="1060704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FFFFFF"/>
                </a:solidFill>
              </a:defRPr>
            </a:pPr>
            <a:r>
              <a:t>1 Enquiry triage  2 Capacity control  3 FAQ  4 Reporting  5 Rosters &amp; attribution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2D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00584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68E7CE"/>
                </a:solidFill>
              </a:defRPr>
            </a:pPr>
            <a:r>
              <a:t>Working local prototype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743200"/>
            <a:ext cx="1060704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FFFFFF"/>
                </a:solidFill>
              </a:defRPr>
            </a:pPr>
            <a:r>
              <a:t>Public enquiry form • staff sign-in • booking capacity checks • weekly summary API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2D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00584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68E7CE"/>
                </a:solidFill>
              </a:defRPr>
            </a:pPr>
            <a:r>
              <a:t>Automation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743200"/>
            <a:ext cx="1060704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FFFFFF"/>
                </a:solidFill>
              </a:defRPr>
            </a:pPr>
            <a:r>
              <a:t>Webhook → safe triage → human-review decision; no credentials or external messages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2D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00584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68E7CE"/>
                </a:solidFill>
              </a:defRPr>
            </a:pPr>
            <a:r>
              <a:t>Customer trust &amp; 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743200"/>
            <a:ext cx="1060704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FFFFFF"/>
                </a:solidFill>
              </a:defRPr>
            </a:pPr>
            <a:r>
              <a:t>Synthetic data • staff approval • no invented weather/pickup claims • escalation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2D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00584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68E7CE"/>
                </a:solidFill>
              </a:defRPr>
            </a:pPr>
            <a:r>
              <a:t>90-day delivery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743200"/>
            <a:ext cx="1060704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FFFFFF"/>
                </a:solidFill>
              </a:defRPr>
            </a:pPr>
            <a:r>
              <a:t>Days 1–30 discover and pilot | 31–60 test and train | 61–90 measure and expand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2D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00584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68E7CE"/>
                </a:solidFill>
              </a:defRPr>
            </a:pPr>
            <a:r>
              <a:t>What success looks like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743200"/>
            <a:ext cx="1060704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FFFFFF"/>
                </a:solidFill>
              </a:defRPr>
            </a:pPr>
            <a:r>
              <a:t>Faster response • fewer conflicts • measurable follow-up • less manual reporting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2D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00584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68E7CE"/>
                </a:solidFill>
              </a:defRPr>
            </a:pPr>
            <a:r>
              <a:t>Decision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743200"/>
            <a:ext cx="1060704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FFFFFF"/>
                </a:solidFill>
              </a:defRPr>
            </a:pPr>
            <a:r>
              <a:t>Pilot with staff; validate policies; approve controlled integration and rollout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